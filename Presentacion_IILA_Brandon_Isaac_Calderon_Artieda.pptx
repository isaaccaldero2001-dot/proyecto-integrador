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581845"/>
                </a:solidFill>
                <a:latin typeface="Arial"/>
              </a:rPr>
              <a:t>Inventario Inteligente para Laboratorios Académicos (IILA)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373737"/>
                </a:solidFill>
                <a:latin typeface="Arial"/>
              </a:rPr>
              <a:t>Proyecto Integrador - Semana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12529"/>
                </a:solidFill>
                <a:latin typeface="Arial"/>
              </a:rPr>
              <a:t>Brandon Isaac Calderón Artieda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2900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Fundamentos de Programación y Desarrollo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81845"/>
                </a:solidFill>
                <a:latin typeface="Arial"/>
              </a:rPr>
              <a:t>Problema y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202" y="1230630"/>
            <a:ext cx="11389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212529"/>
                </a:solidFill>
                <a:latin typeface="Arial"/>
              </a:rPr>
              <a:t>Problema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: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los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laboratorios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pueden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perder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control de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materiales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duplicar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compras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y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afectar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clases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prácticas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por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falta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de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inventario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actualizado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.
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Propósito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: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crear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un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sistema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funcional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en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Python para registrar,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consultar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actualizar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y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reportar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existencias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con </a:t>
            </a:r>
            <a:r>
              <a:rPr sz="1200" b="0" dirty="0" err="1">
                <a:solidFill>
                  <a:srgbClr val="212529"/>
                </a:solidFill>
                <a:latin typeface="Arial"/>
              </a:rPr>
              <a:t>alertas</a:t>
            </a:r>
            <a:r>
              <a:rPr sz="1200" b="0" dirty="0">
                <a:solidFill>
                  <a:srgbClr val="212529"/>
                </a:solidFill>
                <a:latin typeface="Arial"/>
              </a:rPr>
              <a:t> de bajo stock.</a:t>
            </a:r>
          </a:p>
        </p:txBody>
      </p:sp>
      <p:pic>
        <p:nvPicPr>
          <p:cNvPr id="5" name="Picture 4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2926080"/>
            <a:ext cx="4754880" cy="35840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81845"/>
                </a:solidFill>
                <a:latin typeface="Arial"/>
              </a:rPr>
              <a:t>Planificación de 8 semanas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0">
                <a:solidFill>
                  <a:srgbClr val="212529"/>
                </a:solidFill>
                <a:latin typeface="Arial"/>
              </a:rPr>
              <a:t>Semana 1-2: selección del problema, alcance y primeros diagramas.
Semana 3-4: configuración del entorno, diseño del flujo y estructura del repositorio.
Semana 5-6: desarrollo del programa, funciones, validaciones y ciclos.
Semana 7: pruebas, comentarios y mejoras.
Semana 8: integración final, documentación, presentación y video demostrativo.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81845"/>
                </a:solidFill>
                <a:latin typeface="Arial"/>
              </a:rPr>
              <a:t>Diseño del sistema</a:t>
            </a:r>
          </a:p>
        </p:txBody>
      </p:sp>
      <p:pic>
        <p:nvPicPr>
          <p:cNvPr id="4" name="Picture 3" descr="casos_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03520" cy="4107860"/>
          </a:xfrm>
          <a:prstGeom prst="rect">
            <a:avLst/>
          </a:prstGeom>
        </p:spPr>
      </p:pic>
      <p:pic>
        <p:nvPicPr>
          <p:cNvPr id="5" name="Picture 4" descr="flu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43000"/>
            <a:ext cx="5120640" cy="27453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81845"/>
                </a:solidFill>
                <a:latin typeface="Arial"/>
              </a:rPr>
              <a:t>Funcionamiento del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212529"/>
                </a:solidFill>
                <a:latin typeface="Arial"/>
              </a:rPr>
              <a:t>1. Registrar productos con código, categoría, cantidad, mínimo y ubicación.
2. Registrar entradas y salidas de stock con validación.
3. Consultar inventario completo.
4. Detectar productos con bajo stock.
5. Generar reporte general del inventario.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81845"/>
                </a:solidFill>
                <a:latin typeface="Arial"/>
              </a:rPr>
              <a:t>Resultados, implicaciones y 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1298448"/>
            <a:ext cx="1185452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dirty="0" err="1">
                <a:solidFill>
                  <a:srgbClr val="212529"/>
                </a:solidFill>
                <a:latin typeface="Arial"/>
              </a:rPr>
              <a:t>Resultados</a:t>
            </a:r>
            <a:r>
              <a:rPr b="0" dirty="0">
                <a:solidFill>
                  <a:srgbClr val="212529"/>
                </a:solidFill>
                <a:latin typeface="Arial"/>
              </a:rPr>
              <a:t>: las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pruebas</a:t>
            </a:r>
            <a:r>
              <a:rPr b="0" dirty="0">
                <a:solidFill>
                  <a:srgbClr val="212529"/>
                </a:solidFill>
                <a:latin typeface="Arial"/>
              </a:rPr>
              <a:t>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funcionales</a:t>
            </a:r>
            <a:r>
              <a:rPr b="0" dirty="0">
                <a:solidFill>
                  <a:srgbClr val="212529"/>
                </a:solidFill>
                <a:latin typeface="Arial"/>
              </a:rPr>
              <a:t>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demuestran</a:t>
            </a:r>
            <a:r>
              <a:rPr b="0" dirty="0">
                <a:solidFill>
                  <a:srgbClr val="212529"/>
                </a:solidFill>
                <a:latin typeface="Arial"/>
              </a:rPr>
              <a:t>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que</a:t>
            </a:r>
            <a:r>
              <a:rPr b="0" dirty="0">
                <a:solidFill>
                  <a:srgbClr val="212529"/>
                </a:solidFill>
                <a:latin typeface="Arial"/>
              </a:rPr>
              <a:t> el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sistema</a:t>
            </a:r>
            <a:r>
              <a:rPr b="0" dirty="0">
                <a:solidFill>
                  <a:srgbClr val="212529"/>
                </a:solidFill>
                <a:latin typeface="Arial"/>
              </a:rPr>
              <a:t>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registra</a:t>
            </a:r>
            <a:r>
              <a:rPr b="0" dirty="0">
                <a:solidFill>
                  <a:srgbClr val="212529"/>
                </a:solidFill>
                <a:latin typeface="Arial"/>
              </a:rPr>
              <a:t>,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valida</a:t>
            </a:r>
            <a:r>
              <a:rPr b="0" dirty="0">
                <a:solidFill>
                  <a:srgbClr val="212529"/>
                </a:solidFill>
                <a:latin typeface="Arial"/>
              </a:rPr>
              <a:t>, consulta y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reporta</a:t>
            </a:r>
            <a:r>
              <a:rPr b="0" dirty="0">
                <a:solidFill>
                  <a:srgbClr val="212529"/>
                </a:solidFill>
                <a:latin typeface="Arial"/>
              </a:rPr>
              <a:t>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correctamente</a:t>
            </a:r>
            <a:r>
              <a:rPr b="0" dirty="0">
                <a:solidFill>
                  <a:srgbClr val="212529"/>
                </a:solidFill>
                <a:latin typeface="Arial"/>
              </a:rPr>
              <a:t>.
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Implicación</a:t>
            </a:r>
            <a:r>
              <a:rPr b="0" dirty="0">
                <a:solidFill>
                  <a:srgbClr val="212529"/>
                </a:solidFill>
                <a:latin typeface="Arial"/>
              </a:rPr>
              <a:t>: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mejora</a:t>
            </a:r>
            <a:r>
              <a:rPr b="0" dirty="0">
                <a:solidFill>
                  <a:srgbClr val="212529"/>
                </a:solidFill>
                <a:latin typeface="Arial"/>
              </a:rPr>
              <a:t> la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organización</a:t>
            </a:r>
            <a:r>
              <a:rPr b="0" dirty="0">
                <a:solidFill>
                  <a:srgbClr val="212529"/>
                </a:solidFill>
                <a:latin typeface="Arial"/>
              </a:rPr>
              <a:t>, reduce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pérdidas</a:t>
            </a:r>
            <a:r>
              <a:rPr b="0" dirty="0">
                <a:solidFill>
                  <a:srgbClr val="212529"/>
                </a:solidFill>
                <a:latin typeface="Arial"/>
              </a:rPr>
              <a:t> y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fortalece</a:t>
            </a:r>
            <a:r>
              <a:rPr b="0" dirty="0">
                <a:solidFill>
                  <a:srgbClr val="212529"/>
                </a:solidFill>
                <a:latin typeface="Arial"/>
              </a:rPr>
              <a:t> la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toma</a:t>
            </a:r>
            <a:r>
              <a:rPr b="0" dirty="0">
                <a:solidFill>
                  <a:srgbClr val="212529"/>
                </a:solidFill>
                <a:latin typeface="Arial"/>
              </a:rPr>
              <a:t> de </a:t>
            </a:r>
            <a:r>
              <a:rPr b="0" dirty="0" err="1">
                <a:solidFill>
                  <a:srgbClr val="212529"/>
                </a:solidFill>
                <a:latin typeface="Arial"/>
              </a:rPr>
              <a:t>decisiones</a:t>
            </a:r>
            <a:r>
              <a:rPr b="0" dirty="0">
                <a:solidFill>
                  <a:srgbClr val="212529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" y="2889504"/>
            <a:ext cx="1122454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dirty="0" err="1">
                <a:solidFill>
                  <a:srgbClr val="212529"/>
                </a:solidFill>
                <a:latin typeface="Arial"/>
              </a:rPr>
              <a:t>Limitaciones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funciona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por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consola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, no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tiene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interfaz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gráfica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,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autenticación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ni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trabajo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colaborativo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.
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Mejoras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futuras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versión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web, base de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datos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, roles y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reportes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212529"/>
                </a:solidFill>
                <a:latin typeface="Arial"/>
              </a:rPr>
              <a:t>exportables</a:t>
            </a:r>
            <a:r>
              <a:rPr sz="2000" b="0" dirty="0">
                <a:solidFill>
                  <a:srgbClr val="21252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81845"/>
                </a:solidFill>
                <a:latin typeface="Arial"/>
              </a:rP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43990"/>
            <a:ext cx="12191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212529"/>
                </a:solidFill>
                <a:latin typeface="Arial"/>
              </a:rPr>
              <a:t>IILA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demuestra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que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la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programación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puede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transformar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una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necesidad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real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en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una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solución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tecnológica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funcional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. El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proyecto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integra</a:t>
            </a:r>
            <a:r>
              <a:rPr lang="es-EC" sz="1600" dirty="0">
                <a:solidFill>
                  <a:srgbClr val="212529"/>
                </a:solidFill>
                <a:latin typeface="Arial"/>
              </a:rPr>
              <a:t>: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análisis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diseño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codificación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pruebas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documentación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y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reflexión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sobre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el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impacto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de la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tecnología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en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 la </a:t>
            </a:r>
            <a:r>
              <a:rPr sz="1600" b="0" dirty="0" err="1">
                <a:solidFill>
                  <a:srgbClr val="212529"/>
                </a:solidFill>
                <a:latin typeface="Arial"/>
              </a:rPr>
              <a:t>sociedad</a:t>
            </a:r>
            <a:r>
              <a:rPr sz="1600" b="0" dirty="0">
                <a:solidFill>
                  <a:srgbClr val="212529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1663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45"/>
                </a:solidFill>
                <a:latin typeface="Arial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318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Isaac Calderon</dc:creator>
  <cp:keywords/>
  <dc:description>generated using python-pptx</dc:description>
  <cp:lastModifiedBy>Isaac Calderon Artieda</cp:lastModifiedBy>
  <cp:revision>2</cp:revision>
  <dcterms:created xsi:type="dcterms:W3CDTF">2013-01-27T09:14:16Z</dcterms:created>
  <dcterms:modified xsi:type="dcterms:W3CDTF">2026-06-29T17:47:32Z</dcterms:modified>
  <cp:category/>
</cp:coreProperties>
</file>